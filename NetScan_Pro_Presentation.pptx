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0D4FF"/>
                </a:solidFill>
              </a:defRPr>
            </a:pPr>
            <a:r>
              <a:t>NETWORK SECURITY &amp; INFRASTRUCTURE</a:t>
            </a:r>
          </a:p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NetScan Pro</a:t>
            </a:r>
          </a:p>
          <a:p>
            <a:pPr>
              <a:spcAft>
                <a:spcPts val="2800"/>
              </a:spcAft>
              <a:defRPr sz="2000">
                <a:solidFill>
                  <a:srgbClr val="E2E8F0"/>
                </a:solidFill>
              </a:defRPr>
            </a:pPr>
            <a:r>
              <a:t>Real-Time Network Device Scanner &amp; Access Management System</a:t>
            </a:r>
          </a:p>
          <a:p>
            <a:pPr>
              <a:defRPr sz="1400">
                <a:solidFill>
                  <a:srgbClr val="9CA3AF"/>
                </a:solidFill>
              </a:defRPr>
            </a:pPr>
            <a:r>
              <a:t>Comprehensive Guide: Need, Architecture, Significance &amp; Operation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THE NEED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The Invisible Network Challenge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/>
            </a:pPr>
            <a:r>
              <a:t>📡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Network Blind Spots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In modern homes and enterprises, dozens of devices connect to Wi-Fi. Users lack visibility into what is actively connected.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/>
            </a:pPr>
            <a:r>
              <a:t>🛡️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Rogue &amp; Unsecured Devices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Unapproved IoT hardware, piggybacking neighbors, or rogue sniffers can join the network without raising any immediate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/>
            </a:pPr>
            <a:r>
              <a:t>⚡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Troubleshooting Friction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Diagnosing printer disconnects or server latency requires complex CLI commands (ping, arp, nmap) or router admin logins.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NetScan Pro Operates: 5 Core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0992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1. SSID &amp; Network Profile Isolation — </a:t>
            </a:r>
            <a:r>
              <a:rPr sz="1300" b="0">
                <a:solidFill>
                  <a:srgbClr val="FFFFFF"/>
                </a:solidFill>
              </a:rPr>
              <a:t>Automatically identifies Wi-Fi SSID and adapter CIDR subnet, provisioning an isolated device namespace per network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7004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2. Batched Ping Sweeps &amp; Concurrency — </a:t>
            </a:r>
            <a:r>
              <a:rPr sz="1300" b="0">
                <a:solidFill>
                  <a:srgbClr val="FFFFFF"/>
                </a:solidFill>
              </a:rPr>
              <a:t>Executes concurrency-controlled ping sweeps across all 254 IP addresses every 6 seconds to discover alive hosts and measure latency without freezing.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2044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3016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3. ARP Inspection &amp; Hardware OUI Resolution — </a:t>
            </a:r>
            <a:r>
              <a:rPr sz="1300" b="0">
                <a:solidFill>
                  <a:srgbClr val="FFFFFF"/>
                </a:solidFill>
              </a:rPr>
              <a:t>Extracts hardware MAC addresses from the ARP cache and matches OUI prefixes to identify manufacturers (Apple, Samsung, Intel, HP).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59028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4. Targeted Unicast IP Probing (⚡ Probe IP) — </a:t>
            </a:r>
            <a:r>
              <a:rPr sz="1300" b="0">
                <a:solidFill>
                  <a:srgbClr val="FFFFFF"/>
                </a:solidFill>
              </a:rPr>
              <a:t>Allows administrators to enter custom IPs (e.g., 172.20.181.188) to probe and track cross-subnet nodes or silent clients on demand.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4068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55040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5. SQLite Persistence &amp; Live WebSocket Sync — </a:t>
            </a:r>
            <a:r>
              <a:rPr sz="1300" b="0">
                <a:solidFill>
                  <a:srgbClr val="FFFFFF"/>
                </a:solidFill>
              </a:rPr>
              <a:t>Logs every connection/disconnection event permanently in SQLite with timestamps and broadcasts live state updates via Socket.IO.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Key Features &amp; Capabilities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🌐  🌐 Multi-Network Profile Isolation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Automatically identifies SSIDs/subnets, isolating devices per Wi-Fi network with an active/historical profile switcher.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🎯  ⚡ On-Demand Target Probing (Probe IP)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Enter any specific IP to send direct ICMP/ARP probes and force-track custom or cross-subnet nodes.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82880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💾  📜 Persistent DB History &amp; CSV Export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Full historical audit trail in SQLite recording every connect/disconnect event with 1-click CSV download.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60519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🏷️  🏷️ Hardware Vendor Identification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Automatic MAC OUI dictionary matching identifies Apple, Samsung, OnePlus, Dell, HP, Xiaomi, and Google devices.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977639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19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🔔  🔔 Real-Time Live Toast Alerts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Instant green/red popups when devices connect or drop off without requiring page reloads.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3977639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160519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🛡️  🛡️ Role-Based Access Control (RBAC)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Secure dual-role system (Admin vs User) with bcrypt password hashing and user governance.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SECURITY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Role-Based Access Control (RBAC)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D4FF"/>
                </a:solidFill>
              </a:defRPr>
            </a:pPr>
            <a:r>
              <a:t>👤  Standard User Role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Full access to the live Network Dashboard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View active &amp; offline devices with real-time latency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Perform on-demand network scans &amp; search filters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Receive live connection &amp; disconnection toast alerts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Restricted from viewing or altering system user accounts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A855F7"/>
                </a:solidFill>
              </a:defRPr>
            </a:pPr>
            <a:r>
              <a:t>🛡️  Administrator Role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All privileges of a Standard User (Dual Access)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Dedicated Admin Panel for user account management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Promote or demote user roles dynamically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Delete obsolete accounts and audit logins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View enterprise analytics (Active 24h, total accounts, join dates)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FULL-STACK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Technical Architecture &amp; 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D4FF"/>
                </a:solidFill>
              </a:defRPr>
            </a:pPr>
            <a:r>
              <a:t>FRONTEND LAYER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React 19 + Vite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High-performance SPA with modular components, responsive CSS Grid layout, real-time Socket.io-client bindings, and Auth context.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A855F7"/>
                </a:solidFill>
              </a:defRPr>
            </a:pPr>
            <a:r>
              <a:t>BACKEND &amp; SCANNER ENGINE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Express 5 + Socket.io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Node.js REST API with batched child-process ping sweeps, reverse DNS resolution, and bidirectional WebSocket event streams.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2C55E"/>
                </a:solidFill>
              </a:defRPr>
            </a:pPr>
            <a:r>
              <a:t>DATABASE &amp; SECURITY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SQLite (better-sqlite3) + JWT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Lightweight, zero-config relational database with bcrypt-hashed passwords, JWT tokens, and live role validation middleware.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PRACTICAL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Real-World Use Cases &amp; Practical 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🏠  Home Security &amp; IoT Management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Track smart speakers, IP cameras, Smart TVs, and phones. Detect unknown or neighbor devices immediately if your Wi-Fi password is compromised.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🏢  Office &amp; Small Business IT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Maintain a live inventory of employee workstations, servers, and shared network printers without purchasing expensive enterprise network tools.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19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📊  Network Performance &amp; Health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Identify dead zones, weak Wi-Fi signals, high-latency devices, and dropped packets in real time directly from any web browser.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60519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🔬  Lab &amp; Development Environments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Easily find dynamic DHCP IP addresses assigned to Raspberry Pis, microcontrollers, test servers, and VMs without looking up router tables.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0D4FF"/>
                </a:solidFill>
              </a:defRPr>
            </a:pPr>
            <a:r>
              <a:t>Why NetScan Pro Stands Out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Multi-Network Profile Isolation: Automatically detects SSID changes, isolates device tables per Wi-Fi environment, and offers seamless cross-network switching.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Zero-Configuration Discovery: Automatically sweeps local subnets and provides targeted unicast (⚡ Probe IP) for custom network nodes.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Hardware Brand Recognition: Resolves manufacturer details (Apple, Samsung, Intel, etc.) directly from hardware MAC OUI prefixes.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Auditable DB Persistence: Permanently stores all connection/disconnection logs in SQLite with 1-click CSV report exports.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Enterprise Governance &amp; Live Alerts: Secure dual-role RBAC authentication combined with sub-second WebSocket toast notifications.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