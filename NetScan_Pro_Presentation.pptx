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D4FF"/>
                </a:solidFill>
              </a:defRPr>
            </a:pPr>
            <a:r>
              <a:t>NETWORK SECURITY &amp; INFRASTRUCTURE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NetScan Pro</a:t>
            </a:r>
          </a:p>
          <a:p>
            <a:pPr>
              <a:spcAft>
                <a:spcPts val="2800"/>
              </a:spcAft>
              <a:defRPr sz="2000">
                <a:solidFill>
                  <a:srgbClr val="E2E8F0"/>
                </a:solidFill>
              </a:defRPr>
            </a:pPr>
            <a:r>
              <a:t>Real-Time Network Device Scanner &amp; Access Management System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Comprehensive Guide: Need, Architecture, Significance &amp; Operation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THE NEED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The Invisible Network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📡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Network Blind Spots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In modern homes and enterprises, dozens of devices connect to Wi-Fi. Users lack visibility into what is actively connected.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🛡️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Rogue &amp; Unsecured Devices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Unapproved IoT hardware, piggybacking neighbors, or rogue sniffers can join the network without raising any immediate alarm.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⚡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Troubleshooting Friction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Diagnosing printer disconnects or server latency requires complex CLI commands (ping, arp, nmap) or router admin logins.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NetScan Pro Operates: 5 Core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992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1. Subnet Auto-Detection — </a:t>
            </a:r>
            <a:r>
              <a:rPr sz="1300" b="0">
                <a:solidFill>
                  <a:srgbClr val="FFFFFF"/>
                </a:solidFill>
              </a:rPr>
              <a:t>Inspects host network interfaces to automatically detect local IP and calculate the subnet CIDR (e.g., 192.168.1.0/24).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7004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2. Batched Ping Sweeps — </a:t>
            </a:r>
            <a:r>
              <a:rPr sz="1300" b="0">
                <a:solidFill>
                  <a:srgbClr val="FFFFFF"/>
                </a:solidFill>
              </a:rPr>
              <a:t>Executes concurrency-controlled ping sweeps across all 254 IP addresses every 10 seconds to discover alive hosts and measure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3016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3. Hostname &amp; MAC Lookup — </a:t>
            </a:r>
            <a:r>
              <a:rPr sz="1300" b="0">
                <a:solidFill>
                  <a:srgbClr val="FFFFFF"/>
                </a:solidFill>
              </a:rPr>
              <a:t>Queries reverse DNS, system host tables, and ARP caches to identify hardware vendors and device hostnames.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9028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4. Device Categorization — </a:t>
            </a:r>
            <a:r>
              <a:rPr sz="1300" b="0">
                <a:solidFill>
                  <a:srgbClr val="FFFFFF"/>
                </a:solidFill>
              </a:rPr>
              <a:t>Analyzes naming patterns and MAC signatures to classify devices into Laptops, Mobiles, TVs, Printers, and Routers.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504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5. Live WebSocket Sync — </a:t>
            </a:r>
            <a:r>
              <a:rPr sz="1300" b="0">
                <a:solidFill>
                  <a:srgbClr val="FFFFFF"/>
                </a:solidFill>
              </a:rPr>
              <a:t>Pushes real-time state changes (connect, disconnect, reconnect) instantly to connected browser clients via Socket.io.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⏱️  Real-Time Latency Badges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Accurately measures and displays round-trip ping latency in milliseconds (ms) for every active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🔔  Instant Toast Alerts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Pops up notifications in real time when a new device joins or an existing device drops off the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🔍  Category &amp; Search Filters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Instantly filter devices by category (Laptop, Phone, TV, Printer) or search by IP, hostname, or MAC.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34290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19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⚡  On-Demand Manual Scan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Allows users to trigger immediate network sweeps with a single click, bypassing the automatic timer.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77639"/>
            <a:ext cx="34290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19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🟢  Live Connection Heartbeat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Visual status indicators and pulse badges showing real-time WebSocket connection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77639"/>
            <a:ext cx="34290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160519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💻  Hardware Classification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Smart heuristics identify device types and present intuitive custom category icons.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D4FF"/>
                </a:solidFill>
              </a:defRPr>
            </a:pPr>
            <a:r>
              <a:t>👤  Standard User Role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Full access to the live Network Dashboard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View active &amp; offline devices with real-time latency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Perform on-demand network scans &amp; search filters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Receive live connection &amp; disconnection toast alerts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Restricted from viewing or altering system user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</a:defRPr>
            </a:pPr>
            <a:r>
              <a:t>🛡️  Administrator Role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All privileges of a Standard User (Dual Access)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Dedicated Admin Panel for user account management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Promote or demote user roles dynamically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Delete obsolete accounts and audit logins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View enterprise analytics (Active 24h, total accounts, join dates)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FULL-STACK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D4FF"/>
                </a:solidFill>
              </a:defRPr>
            </a:pPr>
            <a:r>
              <a:t>FRONTEND LAYER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React 19 + Vite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High-performance SPA with modular components, responsive CSS Grid layout, real-time Socket.io-client bindings, and Auth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855F7"/>
                </a:solidFill>
              </a:defRPr>
            </a:pPr>
            <a:r>
              <a:t>BACKEND &amp; SCANNER ENGINE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Express 5 + Socket.io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Node.js REST API with batched child-process ping sweeps, reverse DNS resolution, and bidirectional WebSocket event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2C55E"/>
                </a:solidFill>
              </a:defRPr>
            </a:pPr>
            <a:r>
              <a:t>DATABASE &amp; SECURITY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SQLite (better-sqlite3) + JWT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Lightweight, zero-config relational database with bcrypt-hashed passwords, JWT tokens, and live role validation middleware.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PRACTICAL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Real-World Use Cases &amp; Practical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🏠  Home Security &amp; IoT Management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Track smart speakers, IP cameras, Smart TVs, and phones. Detect unknown or neighbor devices immediately if your Wi-Fi password is compromised.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🏢  Office &amp; Small Business IT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Maintain a live inventory of employee workstations, servers, and shared network printers without purchasing expensive enterprise network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1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📊  Network Performance &amp; Health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Identify dead zones, weak Wi-Fi signals, high-latency devices, and dropped packets in real time directly from any web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🔬  Lab &amp; Development Environments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Easily find dynamic DHCP IP addresses assigned to Raspberry Pis, microcontrollers, test servers, and VMs without looking up router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D4FF"/>
                </a:solidFill>
              </a:defRPr>
            </a:pPr>
            <a:r>
              <a:t>Why NetScan Pro Stands Out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✔  Zero-Configuration Discovery: Runs automatically without complicated terminal setups or manual network configuring.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✔  Modern Real-Time UI: Replaces outdated terminal tables with responsive cards, live latency charts, and category filters.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✔  Enterprise-Grade Governance: Combines robust role-based authentication with instant live updates for team visibility.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✔  Roadmap Opportunities: Easy to extend with Open Port Scanning (TCP/UDP), Vendor OUI database lookup, and CSV/PDF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